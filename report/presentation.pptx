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1675"/>
  <p:notesSz cx="6858000" cy="12191675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40969609b18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g40969609b18_3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40969609b18_3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" y="219456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400"/>
              <a:buFont typeface="Play"/>
              <a:buNone/>
            </a:pPr>
            <a:r>
              <a:rPr b="1" i="0" lang="en-US" sz="44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Epsilon-greedy → Boltzmann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3232" y="3154680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Clean summary of the reinforcement-learning project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13225" y="3888738"/>
            <a:ext cx="38406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Arial"/>
              <a:buNone/>
            </a:pPr>
            <a:r>
              <a:rPr b="1" lang="en-US" sz="1700">
                <a:solidFill>
                  <a:srgbClr val="2563EB"/>
                </a:solidFill>
              </a:rPr>
              <a:t>Filip Baciak, Stanisław Pańkowski</a:t>
            </a:r>
            <a:endParaRPr b="1" sz="1700">
              <a:solidFill>
                <a:srgbClr val="2563EB"/>
              </a:solidFill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1201400" y="647395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685800" y="59436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Project in one sentence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27;p4"/>
          <p:cNvCxnSpPr/>
          <p:nvPr/>
        </p:nvCxnSpPr>
        <p:spPr>
          <a:xfrm>
            <a:off x="685800" y="1261872"/>
            <a:ext cx="1078992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4"/>
          <p:cNvSpPr/>
          <p:nvPr/>
        </p:nvSpPr>
        <p:spPr>
          <a:xfrm>
            <a:off x="914400" y="196596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188720" y="18745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Train DQN agents with different exploration strategies.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914400" y="283464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188720" y="274320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Compare simple epsilon-greedy exploration against Boltzmann-based variants.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914400" y="370332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188720" y="361188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 CartPole, LunarLander, and Breakout as increasingly harder benchmarks.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1201400" y="647395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685800" y="59436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Core idea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5"/>
          <p:cNvCxnSpPr/>
          <p:nvPr/>
        </p:nvCxnSpPr>
        <p:spPr>
          <a:xfrm>
            <a:off x="685800" y="1261872"/>
            <a:ext cx="1078992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5"/>
          <p:cNvSpPr/>
          <p:nvPr/>
        </p:nvSpPr>
        <p:spPr>
          <a:xfrm>
            <a:off x="914400" y="196596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1188720" y="18745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Early training: Q-values are noisy, so random exploration is safer.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914400" y="283464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1188720" y="274320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Later training: Q-values are more meaningful, so softmax sampling can be more selective.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914400" y="370332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1188720" y="361188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project tests whether a gradual transition improves learning.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1201400" y="647395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685800" y="38404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How the exploration approaches differ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85800" y="960120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All methods choose actions from Q-values, but they differ in how much they trust those Q-values during training.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6"/>
          <p:cNvCxnSpPr/>
          <p:nvPr/>
        </p:nvCxnSpPr>
        <p:spPr>
          <a:xfrm>
            <a:off x="685800" y="1481328"/>
            <a:ext cx="1083564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6"/>
          <p:cNvSpPr/>
          <p:nvPr/>
        </p:nvSpPr>
        <p:spPr>
          <a:xfrm>
            <a:off x="685800" y="1673352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2743200" y="1673352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Early training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5074920" y="1673352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Later training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7406640" y="1673352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Main idea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6"/>
          <p:cNvCxnSpPr/>
          <p:nvPr/>
        </p:nvCxnSpPr>
        <p:spPr>
          <a:xfrm>
            <a:off x="685800" y="2048256"/>
            <a:ext cx="108356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6"/>
          <p:cNvSpPr/>
          <p:nvPr/>
        </p:nvSpPr>
        <p:spPr>
          <a:xfrm>
            <a:off x="667512" y="2121408"/>
            <a:ext cx="10881360" cy="70408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F9F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685800" y="2176272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epsilon-greedy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2743200" y="2176272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mostly random / robust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5074920" y="2176272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mostly greedy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7406640" y="2176272"/>
            <a:ext cx="4069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Simple baseline: ignores Q-value scale, but exploration is coarse.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685800" y="2880360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Boltzmann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2743200" y="2880360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softmax over noisy Q-values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074920" y="2880360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softmax over learned Q-values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7406640" y="2880360"/>
            <a:ext cx="4069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Samples better actions more often, but depends strongly on temperature.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667512" y="3529584"/>
            <a:ext cx="10881360" cy="70408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F9F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685800" y="3584448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annealed ε → B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2743200" y="3584448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starts like ε-greedy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074920" y="3584448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gradually becomes Boltzmann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7406640" y="3584448"/>
            <a:ext cx="4069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Project’s core idea: random first, value-aware later.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85800" y="4288536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top-k Boltzmann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2743200" y="4288536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ε-style exploration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074920" y="4288536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softmax only among top actions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7406640" y="4288536"/>
            <a:ext cx="4069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Avoids spending probability on clearly bad actions.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67512" y="4937760"/>
            <a:ext cx="10881360" cy="70408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F9FA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685800" y="4992624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uncertainty switch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2743200" y="4992624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waits for clearer preferences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074920" y="4992624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switches when Q entropy drops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7406640" y="4992624"/>
            <a:ext cx="4069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Uses confidence-like signal instead of only a fixed schedule.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6"/>
          <p:cNvCxnSpPr/>
          <p:nvPr/>
        </p:nvCxnSpPr>
        <p:spPr>
          <a:xfrm>
            <a:off x="685800" y="5852160"/>
            <a:ext cx="108356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6"/>
          <p:cNvSpPr/>
          <p:nvPr/>
        </p:nvSpPr>
        <p:spPr>
          <a:xfrm>
            <a:off x="685800" y="60167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Takeaway: the hybrid methods try to delay Q-value-based exploration until Q-values are more meaningful.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685800" y="50292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CartPole results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914400" y="107899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Learning curve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446520" y="107899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Final return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cartpole_learning.png"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110740"/>
            <a:ext cx="54864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cartpole_final.png" id="96" name="Google Shape;9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4768" y="2110740"/>
            <a:ext cx="54864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7"/>
          <p:cNvSpPr/>
          <p:nvPr/>
        </p:nvSpPr>
        <p:spPr>
          <a:xfrm>
            <a:off x="822960" y="6172200"/>
            <a:ext cx="9875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Mean learning curves on the left; final returns on the right.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1201400" y="647395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/>
          <p:nvPr/>
        </p:nvSpPr>
        <p:spPr>
          <a:xfrm>
            <a:off x="685800" y="50292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LunarLander results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914400" y="107899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Learning curve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6446520" y="107899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Final return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unar_learning.png" id="107" name="Google Shape;1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110740"/>
            <a:ext cx="54864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lunar_final.png" id="108" name="Google Shape;10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4768" y="2110740"/>
            <a:ext cx="54864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8"/>
          <p:cNvSpPr/>
          <p:nvPr/>
        </p:nvSpPr>
        <p:spPr>
          <a:xfrm>
            <a:off x="822960" y="6172200"/>
            <a:ext cx="9875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Mean learning curves on the left; final returns on the right.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11201400" y="647395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/>
          <p:nvPr/>
        </p:nvSpPr>
        <p:spPr>
          <a:xfrm>
            <a:off x="685800" y="50292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Breakout results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914400" y="107899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Learning curve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6446520" y="107899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Final return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breakout_learning.png" id="119" name="Google Shape;11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110740"/>
            <a:ext cx="54864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breakout_final.png" id="120" name="Google Shape;12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4768" y="2110740"/>
            <a:ext cx="54864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9"/>
          <p:cNvSpPr/>
          <p:nvPr/>
        </p:nvSpPr>
        <p:spPr>
          <a:xfrm>
            <a:off x="822960" y="6172200"/>
            <a:ext cx="9875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Mean learning curves on the left; final returns on the right.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11201400" y="647395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/>
          <p:nvPr/>
        </p:nvSpPr>
        <p:spPr>
          <a:xfrm>
            <a:off x="685800" y="59436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Takeaway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10"/>
          <p:cNvCxnSpPr/>
          <p:nvPr/>
        </p:nvCxnSpPr>
        <p:spPr>
          <a:xfrm>
            <a:off x="685800" y="1261872"/>
            <a:ext cx="1078992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10"/>
          <p:cNvSpPr/>
          <p:nvPr/>
        </p:nvSpPr>
        <p:spPr>
          <a:xfrm>
            <a:off x="914400" y="196596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"/>
          <p:cNvSpPr/>
          <p:nvPr/>
        </p:nvSpPr>
        <p:spPr>
          <a:xfrm>
            <a:off x="1188720" y="18745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Hybrid exploration is a reasonable idea, but sensitivity to schedules remains important.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914400" y="283464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1188720" y="274320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CartPole and LunarLander show the framework works on small control tasks.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914400" y="3703320"/>
            <a:ext cx="118872" cy="1188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1188720" y="361188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Breakout needs longer runs and more seeds before strong conclusions.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11201400" y="647395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